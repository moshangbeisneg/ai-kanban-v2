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017520"/>
            <a:ext cx="914400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AI Kanban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ED7FE"/>
                </a:solidFill>
                <a:latin typeface="Microsoft YaHei"/>
              </a:defRPr>
            </a:pPr>
            <a:r>
              <a:t>智能任务管理平台 · 商业计划书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3C5FD"/>
                </a:solidFill>
                <a:latin typeface="Microsoft YaHei"/>
              </a:defRPr>
            </a:pPr>
            <a:r>
              <a:t>让团队协作更高效，让项目管理更智能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A5FA"/>
                </a:solidFill>
                <a:latin typeface="Microsoft YaHei"/>
              </a:defRPr>
            </a:pPr>
            <a:r>
              <a:t>创业团队 ·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icrosoft YaHei"/>
              </a:defRPr>
            </a:pPr>
            <a:r>
              <a:t>关于我们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初创团队 · 技术创新驱动 · 深耕团队协作领域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8046720" cy="6400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3A5F"/>
                </a:solidFill>
                <a:latin typeface="Microsoft YaHei"/>
              </a:defRPr>
            </a:pPr>
            <a:r>
              <a:t>“我们相信，最好的工具应该让团队专注于创造，而不是管理流程。”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2697480" cy="29260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张明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560EB"/>
                </a:solidFill>
                <a:latin typeface="Microsoft YaHei"/>
              </a:defRPr>
            </a:pPr>
            <a:r>
              <a:t>CEO / 产品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连续创业者，前某SaaS公司产品经理</a:t>
            </a:r>
            <a:br/>
            <a:r>
              <a:t>5年项目管理经验，主导过3款产品从0到1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743200"/>
            <a:ext cx="2697480" cy="29260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9260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李婷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2461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560EB"/>
                </a:solidFill>
                <a:latin typeface="Microsoft YaHei"/>
              </a:defRPr>
            </a:pPr>
            <a:r>
              <a:t>CTO / 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6576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全栈工程师，擅长前端架构</a:t>
            </a:r>
            <a:br/>
            <a:r>
              <a:t>曾任某互联网公司技术Lead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43200"/>
            <a:ext cx="2697480" cy="29260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王浩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560EB"/>
                </a:solidFill>
                <a:latin typeface="Microsoft YaHei"/>
              </a:defRPr>
            </a:pPr>
            <a:r>
              <a:t>COO / 运营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市场运营背景，擅长用户增长</a:t>
            </a:r>
            <a:br/>
            <a:r>
              <a:t>之前负责某工具类产品获客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43600"/>
            <a:ext cx="8046720" cy="6400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05332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3A5F"/>
                </a:solidFill>
                <a:latin typeface="Microsoft YaHei"/>
              </a:defRPr>
            </a:pPr>
            <a:r>
              <a:t>团队协作方式：远程分布式办公 · 每日站会同步 · 双周迭代交付 · 全员参与产品决策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icrosoft YaHei"/>
              </a:defRPr>
            </a:pPr>
            <a:r>
              <a:t>市场痛点与需求判断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4114800" cy="173736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D23"/>
                </a:solidFill>
                <a:latin typeface="Microsoft YaHei"/>
              </a:defRPr>
            </a:pPr>
            <a:r>
              <a:t>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信息孤岛严重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任务分散在微信、邮件、Excel中，无法统一追踪进展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463040"/>
            <a:ext cx="4114800" cy="173736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D23"/>
                </a:solidFill>
                <a:latin typeface="Microsoft YaHei"/>
              </a:defRPr>
            </a:pPr>
            <a:r>
              <a:t>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优先级管理混乱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574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紧急不重要的事务挤占核心工作，团队疲于救火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4114800" cy="173736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D23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决策缺乏数据支撑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项目进展全凭感觉，风险和瓶颈靠人工发现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474720"/>
            <a:ext cx="4114800" cy="173736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D23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现有工具成本高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0690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Jira/Asana等专业工具对小型团队负担过重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77840"/>
            <a:ext cx="8229600" cy="10058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0EB"/>
                </a:solidFill>
                <a:latin typeface="Microsoft YaHei"/>
              </a:defRPr>
            </a:pPr>
            <a:r>
              <a:t>我们的判断：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3"/>
                </a:solidFill>
                <a:latin typeface="Microsoft YaHei"/>
              </a:defRPr>
            </a:pPr>
            <a:r>
              <a:t>中国有超4000万中小微企业，其中绝大多数仍在使用碎片化工具管理团队任务。一个“轻量 + AI + 亲民价格”的智能看板产品有明确的切入机会。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icrosoft YaHei"/>
              </a:defRPr>
            </a:pPr>
            <a:r>
              <a:t>产品解决方案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AI Kanban —— 一个自带 AI 助手的智能任务看板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4114800" cy="114300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📋 可视化看板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拖拽式三列布局（待办/进行中/已完成），任务流转一目了然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411480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7190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🤖 AI 智能分析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031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内置规则引擎，自动检测超期任务、高优堆积、完成率，可选配置 DeepSeek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4114800" cy="114300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906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💬 AI 对话助手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集成 DeepSeek API，可直接与AI讨论任务、获取优先级建议和排期推荐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017520"/>
            <a:ext cx="411480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0906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🔍 多维筛选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4747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按优先级、关键词、标签组合筛选，批量操作支持高效管理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4114800" cy="114300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622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📈 数据统计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完成率、优先级分布、各列任务数可视化，支持导出 JSON/CSV/PDF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4389120"/>
            <a:ext cx="411480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44622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⏱ 时间线视图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8463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按截止日期排序的任务时间线，清晰把握项目节奏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86400"/>
            <a:ext cx="8229600" cy="10972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3A5F"/>
                </a:solidFill>
                <a:latin typeface="Microsoft YaHei"/>
              </a:defRPr>
            </a:pPr>
            <a:r>
              <a:t>技术亮点：纯前端应用（HTML+CSS+JS），localStorage持久化，支持离线使用 · 可直接打开index.html运行，零部署成本 · AI模块可离线运行规则引擎，配置API Key后接入DeepSeek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icrosoft YaHei"/>
              </a:defRPr>
            </a:pPr>
            <a:r>
              <a:t>产品可用性与先进性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可用性设计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打开即用：无需注册、无需安装、浏览器打开index.html即可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直觉操作：拖拽移动任务，卡片信息一目了然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即时反馈：所有操作实时生效，预览结果无需刷新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数据安全：所有数据存储在浏览器本地，不上传服务器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多端适配：在PC和平板浏览器上均能正常使用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学习成本极低：核心操作仅需拖拽和点击，新手5分钟上手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0EB"/>
                </a:solidFill>
                <a:latin typeface="Microsoft YaHei"/>
              </a:defRPr>
            </a:pPr>
            <a:r>
              <a:t>技术先进性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内嵌 AI 分析引擎：无需依赖云端，本地即可提供智能洞察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支持 DeepSeek API：可选增强AI能力，支持对话式任务管理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原生拖拽 API：无需第三方库，轻量高效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三种视图切换：看板/时间线/统计，满足不同管理场景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完整数据流水线：新建→编辑→流转→完成，闭环管理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批量操作+多条件筛选：高效处理大量任务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669280"/>
            <a:ext cx="8229600" cy="9144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Microsoft YaHei"/>
              </a:defRPr>
            </a:pPr>
            <a:r>
              <a:t>与其他看板工具对比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807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vs Trello：更轻量，无需注册 · vs Jira：零学习成本，更适合小团队 · vs Notion：专注看板场景，AI能力更聚焦 · vs Excel：可视化+AI辅助，效率提升显著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icrosoft YaHei"/>
              </a:defRPr>
            </a:pPr>
            <a:r>
              <a:t>市场前景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34747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D23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全球市场规模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0EB"/>
                </a:solidFill>
                <a:latin typeface="Microsoft YaHei"/>
              </a:defRPr>
            </a:pPr>
            <a:r>
              <a:t>150亿美元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项目管理软件市场（2026年）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D23"/>
                </a:solidFill>
                <a:latin typeface="Microsoft YaHei"/>
              </a:defRPr>
            </a:pPr>
            <a:r>
              <a:t>年均增长率12%，AI+项目管理细分增速25%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743200" cy="34747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D23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目标用户画像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0EB"/>
                </a:solidFill>
                <a:latin typeface="Microsoft YaHei"/>
              </a:defRPr>
            </a:pPr>
            <a:r>
              <a:t>4000万+中小微企业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核心：10-50人创业/中小团队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83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D23"/>
                </a:solidFill>
                <a:latin typeface="Microsoft YaHei"/>
              </a:defRPr>
            </a:pPr>
            <a:r>
              <a:t>迫切需要轻量、智能、低成本的管理工具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2743200" cy="34747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D23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增长驱动力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0EB"/>
                </a:solidFill>
                <a:latin typeface="Microsoft YaHei"/>
              </a:defRPr>
            </a:pPr>
            <a:r>
              <a:t>三大趋势叠加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远程办公普及 + AI工具平民化 + 中小企业数字化转型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D23"/>
                </a:solidFill>
                <a:latin typeface="Microsoft YaHei"/>
              </a:defRPr>
            </a:pPr>
            <a:r>
              <a:t>市场窗口期正在展开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40"/>
            <a:ext cx="8229600" cy="1463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0EB"/>
                </a:solidFill>
                <a:latin typeface="Microsoft YaHei"/>
              </a:defRPr>
            </a:pPr>
            <a:r>
              <a:t>我们的竞争优势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321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3"/>
                </a:solidFill>
                <a:latin typeface="Microsoft YaHei"/>
              </a:defRPr>
            </a:pPr>
            <a:r>
              <a:t>• 先发优势：国内团队急需“AI+看板”的结合产品，市场尚在早期</a:t>
            </a:r>
            <a:br/>
            <a:r>
              <a:t>• 成本优势：纯前端架构，服务器成本极低，可支撑免费策略获客</a:t>
            </a:r>
            <a:br/>
            <a:r>
              <a:t>• 迭代优势：轻量架构支持快速迭代，可根据用户反馈周级更新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icrosoft YaHei"/>
              </a:defRPr>
            </a:pPr>
            <a:r>
              <a:t>用户触达与转化策略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获客渠道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开源社区（GitHub）：免费开源，吸引开发者贡献与传播，第一批种子用户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科技社区：发布到V2EX、即刻、少数派等科技社区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口碑裂变：内建导出分享功能，用户可一键分享看板快照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内容营销：输出“AI+项目管理”相关教程、最佳实践文章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校园渠道：面向计算机相关课程的学生推广，培养早期使用习惯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0EB"/>
                </a:solidFill>
                <a:latin typeface="Microsoft YaHei"/>
              </a:defRPr>
            </a:pPr>
            <a:r>
              <a:t>转化路径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开源免费版 → 体验核心功能 → 产生依赖 → 升级专业版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Freemium模型：基础功能免费，高级AI和分析功能订阅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关键转化节点：创建第10个任务时提示升级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团队邀请机制：1人使用后邀请团队成员，形成网络效应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企业POC：为有需求的企业提供15天团队版试用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8229600" cy="10972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0EB"/>
                </a:solidFill>
                <a:latin typeface="Microsoft YaHei"/>
              </a:defRPr>
            </a:pPr>
            <a:r>
              <a:t>增长模型预估（首年）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A1D23"/>
                </a:solidFill>
                <a:latin typeface="Microsoft YaHei"/>
              </a:defRPr>
            </a:pPr>
            <a:r>
              <a:t>•  第1-3月：GitHub开源发布，获取 1,000+ Star，积累 500 活跃用户</a:t>
            </a:r>
          </a:p>
          <a:p>
            <a:pPr>
              <a:spcAft>
                <a:spcPts val="400"/>
              </a:spcAft>
              <a:defRPr sz="1050">
                <a:solidFill>
                  <a:srgbClr val="1A1D23"/>
                </a:solidFill>
                <a:latin typeface="Microsoft YaHei"/>
              </a:defRPr>
            </a:pPr>
            <a:r>
              <a:t>•  第4-6月：社区口碑传播，用户增长至 5,000，推出专业版订阅</a:t>
            </a:r>
          </a:p>
          <a:p>
            <a:pPr>
              <a:spcAft>
                <a:spcPts val="400"/>
              </a:spcAft>
              <a:defRPr sz="1050">
                <a:solidFill>
                  <a:srgbClr val="1A1D23"/>
                </a:solidFill>
                <a:latin typeface="Microsoft YaHei"/>
              </a:defRPr>
            </a:pPr>
            <a:r>
              <a:t>•  第7-12月：月活用户达到 20,000，专业版付费转化率 5%，月常规收入（MRR）约 30,000 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icrosoft YaHei"/>
              </a:defRPr>
            </a:pPr>
            <a:r>
              <a:t>发展规划与融资需求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8046720" cy="7772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0EB"/>
                </a:solidFill>
                <a:latin typeface="Microsoft YaHe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25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Microsoft YaHei"/>
              </a:defRPr>
            </a:pPr>
            <a:r>
              <a:t>当前 - 2026.09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D23"/>
                </a:solidFill>
                <a:latin typeface="Microsoft YaHei"/>
              </a:defRPr>
            </a:pPr>
            <a:r>
              <a:t>MVP上线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002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Microsoft YaHei"/>
              </a:defRPr>
            </a:pPr>
            <a:r>
              <a:t>核心看板 + AI规则引擎 + 本地存储</a:t>
            </a:r>
            <a:br/>
            <a:r>
              <a:t>产品打磨，收集第一批用户反馈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8046720" cy="7772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0EB"/>
                </a:solidFill>
                <a:latin typeface="Microsoft YaHei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24027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Microsoft YaHei"/>
              </a:defRPr>
            </a:pPr>
            <a:r>
              <a:t>2026.10 - 2026.12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D23"/>
                </a:solidFill>
                <a:latin typeface="Microsoft YaHei"/>
              </a:defRPr>
            </a:pPr>
            <a:r>
              <a:t>团队版发布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5146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Microsoft YaHei"/>
              </a:defRPr>
            </a:pPr>
            <a:r>
              <a:t>多项目支持 + 实时同步 + 团队协作</a:t>
            </a:r>
            <a:br/>
            <a:r>
              <a:t>用户增长至5,000，启动订阅模式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8046720" cy="7772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546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0EB"/>
                </a:solidFill>
                <a:latin typeface="Microsoft YaHei"/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15467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Microsoft YaHei"/>
              </a:defRPr>
            </a:pPr>
            <a:r>
              <a:t>2027.01 - 2027.03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D23"/>
                </a:solidFill>
                <a:latin typeface="Microsoft YaHei"/>
              </a:defRPr>
            </a:pPr>
            <a:r>
              <a:t>AI增强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4290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Microsoft YaHei"/>
              </a:defRPr>
            </a:pPr>
            <a:r>
              <a:t>深度AI分析 + 数据看板 + 第三方集成API</a:t>
            </a:r>
            <a:br/>
            <a:r>
              <a:t>付费用户转化，目标5%转化率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8046720" cy="7772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0EB"/>
                </a:solidFill>
                <a:latin typeface="Microsoft YaHei"/>
              </a:defRPr>
            </a:pPr>
            <a: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Microsoft YaHei"/>
              </a:defRPr>
            </a:pPr>
            <a:r>
              <a:t>2027.04 - 2027.06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D23"/>
                </a:solidFill>
                <a:latin typeface="Microsoft YaHei"/>
              </a:defRPr>
            </a:pPr>
            <a:r>
              <a:t>移动端+商业化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3434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Microsoft YaHei"/>
              </a:defRPr>
            </a:pPr>
            <a:r>
              <a:t>移动端App + 企业版私有部署</a:t>
            </a:r>
            <a:br/>
            <a:r>
              <a:t>月活20,000，MRR达3万元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80"/>
            <a:ext cx="8229600" cy="1463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035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0EB"/>
                </a:solidFill>
                <a:latin typeface="Microsoft YaHei"/>
              </a:defRPr>
            </a:pPr>
            <a:r>
              <a:t>融资需求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本轮融资目标：50万元人民币（种子轮）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资金用途：40% 产品研发（后端+AI能力）、30% 市场推广、20% 团队建设、10% 运营及法务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出让股份：5% - 8%（具体可协商）</a:t>
            </a:r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Microsoft YaHei"/>
              </a:defRPr>
            </a:pPr>
            <a:r>
              <a:t>•  里程碑对赌：12个月内实现 MAU 20,000，MRR 30,000 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200400"/>
            <a:ext cx="914400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ED7FE"/>
                </a:solidFill>
                <a:latin typeface="Microsoft YaHei"/>
              </a:defRPr>
            </a:pPr>
            <a:r>
              <a:t>AI Kanban · 让团队协作更智能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3C5FD"/>
                </a:solidFill>
                <a:latin typeface="Microsoft YaHei"/>
              </a:defRPr>
            </a:pPr>
            <a:r>
              <a:t>GitHub: https://github.com/moshangbeisneg/AI-Kanban-v2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0A5FA"/>
                </a:solidFill>
                <a:latin typeface="Microsoft YaHei"/>
              </a:defRPr>
            </a:pPr>
            <a:r>
              <a:t>期待与您进一步交流！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