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1092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017520"/>
            <a:ext cx="91440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Kanban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ED7FE"/>
                </a:solidFill>
                <a:latin typeface="微软雅黑" panose="020B0503020204020204" charset="-122"/>
              </a:defRPr>
            </a:pPr>
            <a:r>
              <a:t>智能任务管理平台 · 商业计划书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3C5FD"/>
                </a:solidFill>
                <a:latin typeface="微软雅黑" panose="020B0503020204020204" charset="-122"/>
              </a:defRPr>
            </a:pPr>
            <a:r>
              <a:t>让团队协作更高效，让项目管理更智能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市场痛点与需求判断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信息孤岛严重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任务分散在微信、邮件、Excel中，无法统一追踪进展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优先级管理混乱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紧急不重要的事务挤占核心工作，团队疲于救火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7472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决策缺乏数据支撑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项目进展全凭感觉，风险和瓶颈靠人工发现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474720"/>
            <a:ext cx="4114800" cy="173736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611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现有工具成本高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Jira/Asana等专业工具对小型团队负担过重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77840"/>
            <a:ext cx="8229600" cy="10058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6928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rPr dirty="0" err="1"/>
              <a:t>我们的判断</a:t>
            </a:r>
            <a:r>
              <a:rPr dirty="0"/>
              <a:t>：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dirty="0"/>
              <a:t>中国有超4000万中小微企业，其中绝大多数仍在使用碎片化工具管理团队任务。一个“轻量 + AI + </a:t>
            </a:r>
            <a:r>
              <a:rPr dirty="0" err="1"/>
              <a:t>亲民价格”的智能看板产品有明确的切入机会</a:t>
            </a:r>
            <a:r>
              <a:rPr dirty="0"/>
              <a:t>。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产品解决方案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Kanban —— 一个自带 AI 助手的智能任务看板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📋 可视化看板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拖拽式三列布局（待办</a:t>
            </a:r>
            <a:r>
              <a:rPr dirty="0"/>
              <a:t>/</a:t>
            </a:r>
            <a:r>
              <a:rPr dirty="0" err="1"/>
              <a:t>进行中</a:t>
            </a:r>
            <a:r>
              <a:rPr dirty="0"/>
              <a:t>/</a:t>
            </a:r>
            <a:r>
              <a:rPr dirty="0" err="1"/>
              <a:t>已完成</a:t>
            </a:r>
            <a:r>
              <a:rPr dirty="0"/>
              <a:t>），</a:t>
            </a:r>
            <a:r>
              <a:rPr dirty="0" err="1"/>
              <a:t>任务流转一目了然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7190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🤖 AI 智能分析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031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内置规则引擎，自动检测超期任务、高优堆积、完成率，可选配置</a:t>
            </a:r>
            <a:r>
              <a:rPr dirty="0"/>
              <a:t> DeepSeek API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rPr dirty="0"/>
              <a:t>💬 AI </a:t>
            </a:r>
            <a:r>
              <a:rPr dirty="0" err="1"/>
              <a:t>对话助手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集成</a:t>
            </a:r>
            <a:r>
              <a:rPr dirty="0"/>
              <a:t> DeepSeek </a:t>
            </a:r>
            <a:r>
              <a:rPr dirty="0" err="1"/>
              <a:t>API，可直接与AI讨论任务、获取优先级建议和排期推荐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754880" y="30175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30906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🔍 多维筛选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747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按优先级、关键词、标签组合筛选，批量操作支持高效管理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4114800" cy="11430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622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📈 数据统计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完成率、优先级分布、各列任务数可视化，支持导出</a:t>
            </a:r>
            <a:r>
              <a:rPr dirty="0"/>
              <a:t> JSON/CSV/PDF</a:t>
            </a:r>
            <a:endParaRPr dirty="0"/>
          </a:p>
        </p:txBody>
      </p:sp>
      <p:sp>
        <p:nvSpPr>
          <p:cNvPr id="20" name="Rounded Rectangle 19"/>
          <p:cNvSpPr/>
          <p:nvPr/>
        </p:nvSpPr>
        <p:spPr>
          <a:xfrm>
            <a:off x="4754880" y="4389120"/>
            <a:ext cx="4114800" cy="114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46227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⏱ 时间线视图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846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按截止日期排序的任务时间线，清晰把握项目节奏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457200" y="5486400"/>
            <a:ext cx="8229600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7784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rPr dirty="0" err="1"/>
              <a:t>技术亮点：纯前端应用（HTML+CSS+JS</a:t>
            </a:r>
            <a:r>
              <a:rPr dirty="0"/>
              <a:t>），</a:t>
            </a:r>
            <a:r>
              <a:rPr dirty="0" err="1"/>
              <a:t>localStorage持久化，支持离线使用</a:t>
            </a:r>
            <a:r>
              <a:rPr dirty="0"/>
              <a:t> · </a:t>
            </a:r>
            <a:r>
              <a:rPr dirty="0" err="1"/>
              <a:t>可直接打开index.html运行，零部署成本</a:t>
            </a:r>
            <a:r>
              <a:rPr dirty="0"/>
              <a:t> · </a:t>
            </a:r>
            <a:r>
              <a:rPr dirty="0" err="1"/>
              <a:t>AI模块可离线运行规则引擎，配置API</a:t>
            </a:r>
            <a:r>
              <a:rPr dirty="0"/>
              <a:t> </a:t>
            </a:r>
            <a:r>
              <a:rPr dirty="0" err="1"/>
              <a:t>Key后接入DeepSeek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产品可用性与先进性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可用性设计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6618" y="1788755"/>
            <a:ext cx="411480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打开即用：无需注册、无需安装、浏览器打开index.html即可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直觉操作：拖拽移动任务，卡片信息一目了然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即时反馈：所有操作实时生效，预览结果无需刷新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数据安全：所有数据存储在浏览器本地，不上传服务器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多端适配：在PC和平板浏览器上均能正常使用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学习成本极低：核心操作仅需拖拽和点击，新手5分钟上手</a:t>
            </a:r>
            <a:endParaRPr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技术先进性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4114800" cy="2503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内嵌</a:t>
            </a:r>
            <a:r>
              <a:rPr sz="1400" dirty="0"/>
              <a:t> AI </a:t>
            </a:r>
            <a:r>
              <a:rPr sz="1400" dirty="0" err="1"/>
              <a:t>分析引擎：无需依赖云端，本地即可提供智能洞察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支持</a:t>
            </a:r>
            <a:r>
              <a:rPr sz="1400" dirty="0"/>
              <a:t> DeepSeek </a:t>
            </a:r>
            <a:r>
              <a:rPr sz="1400" dirty="0" err="1"/>
              <a:t>API：可选增强AI能力，支持对话式任务管理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原生拖拽</a:t>
            </a:r>
            <a:r>
              <a:rPr sz="1400" dirty="0"/>
              <a:t> </a:t>
            </a:r>
            <a:r>
              <a:rPr sz="1400" dirty="0" err="1"/>
              <a:t>API：无需第三方库，轻量高效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三种视图切换：看板</a:t>
            </a:r>
            <a:r>
              <a:rPr sz="1400" dirty="0"/>
              <a:t>/</a:t>
            </a:r>
            <a:r>
              <a:rPr sz="1400" dirty="0" err="1"/>
              <a:t>时间线</a:t>
            </a:r>
            <a:r>
              <a:rPr sz="1400" dirty="0"/>
              <a:t>/</a:t>
            </a:r>
            <a:r>
              <a:rPr sz="1400" dirty="0" err="1"/>
              <a:t>统计，满足不同管理场景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完整数据流水线：新建→编辑→流转→完成，闭环管理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批量操作+多条件筛选：高效处理大量任务</a:t>
            </a:r>
            <a:endParaRPr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8229600" cy="91440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与其他看板工具对比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8076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vs Trello：更轻量，无需注册 · vs Jira：零学习成本，更适合小团队 · vs Notion：专注看板场景，AI能力更聚焦 · vs Excel：可视化+AI辅助，效率提升显著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市场前景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全球市场规模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150亿美元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项目管理软件市场（2026年）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年均增长率12%，AI+项目管理细分增速25%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目标用户画像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4000万+中小微企业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核心：10-50人创业/中小团队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迫切需要轻量、智能、低成本的管理工具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2743200" cy="347472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增长驱动力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三大趋势叠加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远程办公普及 + AI工具平民化 + 中小企业数字化转型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8328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市场窗口期正在展开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8229600" cy="14630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我们的竞争优势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53212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• 先发优势：国内团队急需“AI+看板”的结合产品，市场尚在早期</a:t>
            </a:r>
            <a:br/>
            <a:r>
              <a:t>• 成本优势：纯前端架构，服务器成本极低，可支撑免费策略获客</a:t>
            </a:r>
            <a:br/>
            <a:r>
              <a:t>• 迭代优势：轻量架构支持快速迭代，可根据用户反馈周级更新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t>用户触达与转化策略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获客渠道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11480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开源社区（GitHub</a:t>
            </a:r>
            <a:r>
              <a:rPr sz="1400" dirty="0"/>
              <a:t>）：</a:t>
            </a:r>
            <a:r>
              <a:rPr sz="1400" dirty="0" err="1"/>
              <a:t>免费开源，吸引开发者贡献与传播，第一批种子用户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科技社区：发布到V2EX、即刻、少数派等科技社区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口碑裂变：内建导出分享功能，用户可一键分享看板快照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内容营销：输出“AI+项目管理”相关教程、最佳实践文章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校园渠道：面向计算机相关课程的学生推广，培养早期使用习惯</a:t>
            </a:r>
            <a:endParaRPr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转化路径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411480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开源免费版</a:t>
            </a:r>
            <a:r>
              <a:rPr sz="1400" dirty="0"/>
              <a:t> → </a:t>
            </a:r>
            <a:r>
              <a:rPr sz="1400" dirty="0" err="1"/>
              <a:t>体验核心功能</a:t>
            </a:r>
            <a:r>
              <a:rPr sz="1400" dirty="0"/>
              <a:t> → </a:t>
            </a:r>
            <a:r>
              <a:rPr sz="1400" dirty="0" err="1"/>
              <a:t>产生依赖</a:t>
            </a:r>
            <a:r>
              <a:rPr sz="1400" dirty="0"/>
              <a:t> → </a:t>
            </a:r>
            <a:r>
              <a:rPr sz="1400" dirty="0" err="1"/>
              <a:t>升级专业版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</a:t>
            </a:r>
            <a:r>
              <a:rPr sz="1400" dirty="0" err="1"/>
              <a:t>Freemium模型：基础功能免费，高级AI和分析功能订阅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关键转化节点：创建第10个任务时提示升级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团队邀请机制：1人使用后邀请团队成员，形成网络效应</a:t>
            </a:r>
            <a:endParaRPr sz="1400" dirty="0"/>
          </a:p>
          <a:p>
            <a:pPr>
              <a:spcAft>
                <a:spcPts val="400"/>
              </a:spcAft>
              <a:defRPr sz="110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rPr sz="1400" dirty="0"/>
              <a:t>•  企业POC：为有需求的企业提供</a:t>
            </a:r>
            <a:r>
              <a:rPr dirty="0"/>
              <a:t>15天团队版试用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8229600" cy="10972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增长模型预估（首年）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•  第1-3月：GitHub开源发布，获取 1,000+ Star，积累 500 活跃用户</a:t>
            </a:r>
          </a:p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•  第4-6月：社区口碑传播，用户增长至 5,000，推出专业版订阅</a:t>
            </a:r>
          </a:p>
          <a:p>
            <a:pPr>
              <a:spcAft>
                <a:spcPts val="400"/>
              </a:spcAft>
              <a:defRPr sz="1050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•  第7-12月：月活用户达到 20,000，专业版付费转化率 5%，月常规收入（MRR）约 30,000 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92024"/>
            <a:ext cx="8046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微软雅黑" panose="020B0503020204020204" charset="-122"/>
              </a:defRPr>
            </a:pPr>
            <a:r>
              <a:rPr dirty="0" err="1"/>
              <a:t>发展规划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1097280" cy="54864"/>
          </a:xfrm>
          <a:prstGeom prst="roundRect">
            <a:avLst/>
          </a:prstGeom>
          <a:solidFill>
            <a:srgbClr val="256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8046720" cy="7772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256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MVP上线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核心看板 + AI规则引擎 + 本地存储</a:t>
            </a:r>
            <a:br/>
            <a:r>
              <a:t>产品打磨，收集第一批用户反馈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02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rPr dirty="0"/>
              <a:t>Phase 2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团队版发布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146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多项目支持 + 实时同步 + 团队协作</a:t>
            </a:r>
            <a:br/>
            <a:r>
              <a:t>用户增长至5,000，启动订阅模式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5467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429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AI增强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4290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深度AI分析 + 数据看板 + 第三方集成API</a:t>
            </a:r>
            <a:br/>
            <a:r>
              <a:t>付费用户转化，目标5%转化率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8046720" cy="77724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E2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0EB"/>
                </a:solidFill>
                <a:latin typeface="微软雅黑" panose="020B0503020204020204" charset="-122"/>
              </a:defRPr>
            </a:pPr>
            <a:r>
              <a:t>Phase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1A1D23"/>
                </a:solidFill>
                <a:latin typeface="微软雅黑" panose="020B0503020204020204" charset="-122"/>
              </a:defRPr>
            </a:pPr>
            <a:r>
              <a:t>移动端+商业化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434340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rPr dirty="0" err="1"/>
              <a:t>移动端App</a:t>
            </a:r>
            <a:r>
              <a:rPr dirty="0"/>
              <a:t> + </a:t>
            </a:r>
            <a:r>
              <a:rPr dirty="0" err="1"/>
              <a:t>企业版私有部署</a:t>
            </a:r>
            <a:br>
              <a:rPr dirty="0"/>
            </a:br>
            <a:r>
              <a:rPr dirty="0"/>
              <a:t>月活20,000，MRR达3万元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200400"/>
            <a:ext cx="91440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ED7FE"/>
                </a:solidFill>
                <a:latin typeface="微软雅黑" panose="020B0503020204020204" charset="-122"/>
              </a:defRPr>
            </a:pPr>
            <a:r>
              <a:t>AI Kanban · 让团队协作更智能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0A5FA"/>
                </a:solidFill>
                <a:latin typeface="微软雅黑" panose="020B0503020204020204" charset="-122"/>
              </a:defRPr>
            </a:pPr>
            <a:r>
              <a:t>期待与您进一步交流！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2045</Words>
  <Application>WPS 演示</Application>
  <PresentationFormat>全屏显示(4:3)</PresentationFormat>
  <Paragraphs>182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 L</dc:creator>
  <dc:description>generated using python-pptx</dc:description>
  <cp:lastModifiedBy>微信用户</cp:lastModifiedBy>
  <cp:revision>4</cp:revision>
  <dcterms:created xsi:type="dcterms:W3CDTF">2013-01-27T09:14:00Z</dcterms:created>
  <dcterms:modified xsi:type="dcterms:W3CDTF">2026-07-26T03:38:22Z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04B01CD65549425FADA4330C3CABBF20_13</vt:lpwstr>
  </property>
  <property fmtid="{D5CDD505-2E9C-101B-9397-08002B2CF9AE}" pid="3" name="KSOProductBuildVer">
    <vt:lpwstr>2052-12.1.0.26895</vt:lpwstr>
  </property>
</Properties>
</file>